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ed5710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ed5710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ced57102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ced57102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ced57102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ced57102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ced57102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ced57102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SneakySalesman Demo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By Ons Bouarada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1- Running Docker image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Building: docker build -t sneakysalesman:latest .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9499" y="1646601"/>
            <a:ext cx="4865001" cy="28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2- testing the app with Postman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450" y="1226725"/>
            <a:ext cx="5598574" cy="3369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3- Testing the app with Swagger documentation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9951" y="974525"/>
            <a:ext cx="3499099" cy="3950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4- Pytest (local)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00" y="1845382"/>
            <a:ext cx="8875076" cy="1452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